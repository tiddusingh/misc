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Document ref: SQLMI-OVL-001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" cy="2926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SQL Managed Instance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Overload Remediation Pack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· Cost · Monitoring · Query Store · Extended Events · Resource Governor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&amp; Azure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· SRE · Platform Engineering · FinOps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SQLMI-OVL-001  · 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PACK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and findings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on a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1 — Capacity and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2 — Monitoring and governance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roadmap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Risks, decisions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 — step-by-step 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i="1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Azure SQL Managed Instance is in sustained overload, degrading service for every dependent application.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98882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9888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488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pressure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1714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≥ 95% avg_cpu_percent across multiple windows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37460" y="2011680"/>
            <a:ext cx="198882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7460" y="2011680"/>
            <a:ext cx="19888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4620" y="21488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 saturation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4620" y="2514600"/>
            <a:ext cx="1714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PAGEIOLATCH_* and WRITELOG waits on legacy GP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011680"/>
            <a:ext cx="198882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011680"/>
            <a:ext cx="19888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514600"/>
            <a:ext cx="1714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reserved storage limit (&gt;85%)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7980" y="2011680"/>
            <a:ext cx="198882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7980" y="2011680"/>
            <a:ext cx="19888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5140" y="21488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risk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5140" y="2514600"/>
            <a:ext cx="1714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noisy service capable of starving the 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14-day sample of sys.server_resource_stats and Azure Monitor platform metrics on the shared instance.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— current state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CPU (sustained)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used / reserved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write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Headroom 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thread saturation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Per-service CPU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Store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READ_WRITE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alerting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sys.server_resource_stats · Azure Monitor metrics · DMV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on a page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parallel tracks. Both ship together; neither alone resolves the overload.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397764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28800"/>
            <a:ext cx="73152" cy="2606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&amp; Cost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vCores, memory, storage, and IOPS using the vCore model.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tier: GP, Next-gen GP, or Business Critical (BC = 4× vCore quota).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Azure Hybrid Benefit (up to 30%+ saving, no downtime).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Reserved Capacity (1 or 3 yr) for predictable baseline.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397764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28800"/>
            <a:ext cx="73152" cy="2606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Governance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— diagnostic settings, metrics, recommended alert rules.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Store — primary tuning tool; force good plans; apply Query Store Hints.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Events — event_file to Blob for forensics, ring_buffer for triage.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Governor — isolate per-service CPU, memory, MAX_DOP.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Aligned to the Azure Well-Architected Framework service guide for SQL Managed Instance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Document ref: SQLMI-OVL-001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&amp; Cost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Right-size compute, memory, storage, and IOPS · then recover cost via AHB + Reserved Capacity.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 · §2.1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Right-sizing levers — vCore model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vCores — virtual cores in the chosen hardware generation.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independently adjustable on supported hardware/tier combinations.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instance-level reserved storage in GB.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IOPS — adjustable on Next-gen General Purpose; minimum 3 IOPS / GB included in storage price.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54864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Sizing rules of thumb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peak sustained CPU ≤ 70%.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storage used ≤ 80% of reserved.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WRITELOG / worker waits dominant → add vCores; PAGEIOLATCH dominant → upgrade tier.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vCore purchasing model for Azure SQL Managed Instance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 · §2.2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tier comparison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 / Next-gen GP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(Premium Disk / Elastic SAN)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SSD with always-on 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IO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databases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(GP) / 500 (Next-gen GP)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scale-out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(1 readable secondary)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@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 min on Next-gen GP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 s in-place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vCore quota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per vCore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per vCore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OLTP, budget-sensitive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Low-latency mission-critical OLTP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Resource limits &amp; Next-gen General Purpose service tier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 · §2.3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optimisation — AHB + Reserved Capacity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Hybrid Benefit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up to 30%+ off License Included pricing.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SA-enabled SQL Server licences to SQL MI.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core SQL Enterprise = 4 vCPUs of GP / Next-gen GP.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 to enable; toggle License type to AHB.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Reserved Capacity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1-year: ~20–25% off compute. 3-year: ~30–35% off.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use-it-or-lose-it; auto-applies to matching instance.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compute only — not storage, software, or network.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with Azure Hybrid Benefit for maximum saving.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044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Right-size first  →  enable AHB at zero downtime  →  reserve the steady-state baseline for 3 years.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Azure Hybrid Benefit &amp; Reservations discount for SQL Managed Instance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Document ref: SQLMI-OVL-001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Governance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Monitor + alerts · Query Store · Extended Events · Resource Governor.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Defence-in-depth monitoring stack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metrics + diagnostic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instance hot? (CPU, IO, storage, threads)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metric and log-search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needs to wake up, and when?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queries / plans regressed? Force plans.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Events (system_health + custom)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exactly happened during the incident?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Governor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workload gets which slice of CPU / memory?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Architecture best practices for Azure SQL Managed Instance · Well-Architected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Monitor — metrics &amp; resource logs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metrics collected automatically at the instance level — no configuration required.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diagnostics flow through resource logs, not platform metrics.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ResourceUsageStats + AllMetrics to a Log Analytics workspace via a diagnostic setting.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to detect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avg_cpu_percent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CPU saturation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storage_space_used_mb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Approaching storage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io_requests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(1-min)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IOPS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io_bytes_written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(1-min)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throughput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Monitoring data reference for Azure SQL Managed Instance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Azure Monitor alerts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645920"/>
                <a:gridCol w="182880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avg_cpu_percent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storage_space_used_mb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reserved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of reserved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io_requests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of tier 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of tier 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io_bytes_written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+ 50%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+ 100%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Resource Health alerts + advance maintenance notifications for early warning of planned and unplanned events.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Set up alerts and notifications for Azure SQL Managed Instance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Store — primary tuning tool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Managed Instance has no automated index tuning — Query Store + manual analysis is the standard playbook.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ACTUAL_STATE = READ_WRITE on every database.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top 25 queries by total CPU in last 24 h.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windows to detect plan regressions.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known-good plans with sp_query_store_force_plan.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Query Store Hints when app teams cannot redeploy.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configuration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075688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OPERATION_MODE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QUERY_CAPTURE_MODE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SIZE_BASED_CLEANUP_MODE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MAX_STORAGE_SIZE_MB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STALE_QUERY_THRESHOLD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Best practices for managing the Query Store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Events — forensics + triage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data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in Azure Storage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capture, post-mortem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ring_buffer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SQL MI memory (lost on failover)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triage, last ~1,000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in SQL MI, both targets exposed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Deadlocks, OOM, severe errors, latches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MAX_DISPATCH_LATENCY = 30 s so events flush at low rates.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verbose events (locks, statement-level) with predicates and a time limit.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Blob container in the same region as the instance to avoid egress charges.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Extended Events in Azure SQL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· §3.5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Governor — isolating noisy services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resource pool per SLA tier; one workload group per service; classifier function routes sessions.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pool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groups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pool_oltp_critical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wg_app_payments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pool_oltp_standard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wg_app_orders, wg_app_catalog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pool_reporting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wg_reporting, wg_adhoc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(built-in)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(catch-all)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configuration is made in master on the primary replica; it propagates automatically to HA secondaries.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Resource Governor &amp; Classifier Function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118872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1417320"/>
            <a:ext cx="6995160" cy="73152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50876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182880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14-day baseline (DMVs, portal metrics)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18872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2194560"/>
            <a:ext cx="6995160" cy="73152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28600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+ sizing 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74520" y="260604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settings, alerts, Query Store · sizing approved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18872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718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91640" y="2971800"/>
            <a:ext cx="6995160" cy="73152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306324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+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74520" y="338328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Governor in non-prod → prod · scale within window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8872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91640" y="3749040"/>
            <a:ext cx="6995160" cy="73152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384048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74520" y="41605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plans · Query Store Hints · indexes for top consumers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mitigations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during scaling cancels long-running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window · pause batch jobs · verify retry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Governor classifier locks out logins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 non-prod · sysadmin in default group · DISABLE script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XEvent session fills Blob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max_file_size / max_rollover_files · alert on container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Capacity bought for wrong family /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Shared subscription scope · review utilisation after 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Store enters READ_ONLY due to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SIZE_BASED_CLEANUP_MODE = AUTO · alert on actual_state_desc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required from this forum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64008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1417320"/>
            <a:ext cx="75438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48132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target service tier and vCore count.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17465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Database Architecture · By: Day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64008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57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2057400"/>
            <a:ext cx="75438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1214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Azure Hybrid Benefit application and Reserved Capacity term (1 or 3 yr).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386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FinOps · By: Day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64008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97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2697480"/>
            <a:ext cx="75438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7614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maintenance window for the scaling failover.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026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Service Owners · By: Day 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64008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3337560"/>
            <a:ext cx="75438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4015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action-group on-call rota and severity routing.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36667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SRE · By: Day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640080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77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43000" y="3977640"/>
            <a:ext cx="75438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0416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Resource Governor classification policy per service.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43068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Platform Engineering · By: Day 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 ·  Document ref: SQLMI-OVL-001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configuration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procedural slides — portal, T-SQL, and CLI/PowerShell for every action.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resources — Azure portal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SQL managed instance in the portal.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Settings, select Compute + storage.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vCores, memory, storage, and IOPS sliders (or change service tier).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Review + create, then Apply.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batch jobs first — the failover at the end of the operation cancels open transactions.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Scale resources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resources — Azure CLI and PowerShell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uses "az sql mi update" with capacity / storage / tier / family flags.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uses Set-AzSqlInstance with VCore / StorageSizeInGB / Edition.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--license-type BasePrice (CLI) or -LicenseType BasePrice (PS) to apply Azure Hybrid Benefit at the same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54864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16352"/>
            <a:ext cx="795528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sql mi update --resource-group &lt;rg&gt; --name &lt;mi&gt;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--capacity 16 --storage 1024GB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--tier GeneralPurpose --family Gen5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--license-type BasePrice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 (Az.Sql)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Set-AzSqlInstance -ResourceGroupName "&lt;rg&gt;" -Name "&lt;mi&gt;" 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-VCore 16 -StorageSizeInGB 1024 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-Edition "GeneralPurpose" -ComputeGeneration "Gen5" 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-LicenseType "BasePrice"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Scale resources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Azure Hybrid Benefit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SQL managed instance &gt; Compute + storage.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License type to "Azure Hybrid Benefit".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 is required to enable the benefit.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automation: --license-type BasePrice (CLI) or -LicenseType BasePrice (PS).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Cost Management &gt; Reservations + Hybrid Benefits that utilisation &lt; 100% (else acquire more licences).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Azure Hybrid Benefit for Azure SQL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Reserved Capacity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portal go to All services &gt; Reservations &gt; Add.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SQL Managed Instance.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scope: Shared (default) / Single subscription / Resource group / Management group.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region, hardware family, service tier, vCore count, and term (1 or 3 years).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purchase — the discount applies automatically to matching running instances.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24 h, check Reservation utilisation; rebalance scope if &lt; 95%.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Save on compute costs with Azure Reservations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diagnostic setting → Log Analytics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SQL managed instance &gt; Monitoring &gt; Diagnostic settings.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Add diagnostic setting.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log categories: ResourceUsageStats (minimum), SQLSecurityAuditEvents, DevOpsOperationsAudit, Errors.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AllMetrics.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Send to Log Analytics workspace; pick the workspace; save.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91840"/>
            <a:ext cx="54864" cy="1143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64992"/>
            <a:ext cx="7955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monitor diagnostic-settings create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"sqlmi-diag"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 "/subscriptions/&lt;sub&gt;/resourceGroups/&lt;rg&gt;/providers/Microsoft.Sql/managedInstances/&lt;mi&gt;"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--workspace "/subscriptions/&lt;sub&gt;/resourceGroups/&lt;rg&gt;/providers/Microsoft.OperationalInsights/workspaces/&lt;ws&gt;"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--logs    '[{"category":"ResourceUsageStats","enabled":true}]'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--metrics '[{"category":"AllMetrics","enabled":true}]'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Monitor Azure SQL Managed Instance with Azure Monitor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metric alert — Azure portal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portal, open the SQL managed instance.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Monitoring select Metrics.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metric (e.g., Storage space used). Set Aggregation to Avg / Min / Max.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New alert rule.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 (Greater than), threshold (storage in MB, e.g., 1,840,876 for 1.8 TB), evaluation frequency, lookback window.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Actions tab, attach an action group (email / SMS / webhook / Logic App).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Severity, name the rule, and create.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Set up alerts and notifications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log-search alert (KQL) — high CPU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Log Analytics workspace &gt; Logs and paste the query below.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query returns rows when CPU exceeds the threshold.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New alert rule from the Logs blade.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condition: "Number of results &gt; 0" within the evaluation period.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on-call action group; set Severity and name; create.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2344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12344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73552"/>
            <a:ext cx="79552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cpu_percentage_threshold = 95;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time_threshold = ago(1h);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AzureDiagnostics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Category == "ResourceUsageStats"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TimeGenerated &gt; time_threshold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avg_cpu = max(todouble(avg_cpu_percent_s)) by _ResourceId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avg_cpu &gt; cpu_percentage_threshold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Monitor Azure SQL Managed Instance — KQL examples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&amp; configure Query Store (per database)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SELECT below against sys.database_query_store_options.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ACTUAL_STATE = ERROR, run sp_query_store_consistency_check.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ALTER DATABASE configuration to bring options to recommended values.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1783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24912"/>
            <a:ext cx="7955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actual_state_desc, current_storage_size_mb, max_storage_size_mb,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query_capture_mode_desc, size_based_cleanup_mode_desc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sys.database_query_store_options;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Configure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DATABASE [&lt;db&gt;] SET QUERY_STORE = ON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OPERATION_MODE = READ_WRITE, QUERY_CAPTURE_MODE = AUTO,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MAX_STORAGE_SIZE_MB = 2048, SIZE_BASED_CLEANUP_MODE = AUTO,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STALE_QUERY_THRESHOLD_DAYS = 30);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Best practices for managing the Query Store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Store triage — top consumers &amp; plan forcing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top-25-by-CPU query (last 24 h) to identify the worst consumers.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windows in the SSMS Regressed Queries report.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known-good plan with sp_query_store_force_plan once a stable plan is identified.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application cannot be redeployed, attach a hint with sp_query_store_set_hints.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15087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99232"/>
            <a:ext cx="79552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5 queries by total CPU, last 24h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TOP 5 q.query_id,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SUM(rs.avg_cpu_time * rs.count_executions)/1000.0 AS total_cpu_ms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sys.query_store_query 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sys.query_store_plan p ON p.query_id = q.query_id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sys.query_store_runtime_stats rs ON rs.plan_id = p.plan_id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q.query_id ORDER BY total_cpu_ms DESC;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sys.sp_query_store_force_plan @query_id = &lt;qid&gt;, @plan_id = &lt;pid&gt;;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Monitor performance by using the Query Store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XEvent — long-running queries to Blob Storage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identify a Blob container in the same region.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SAS with Read, Write, List, Delete on the container.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master, create a DATABASE SCOPED CREDENTIAL for that container URL.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event session with event_file target pointing at the container.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session with ALTER EVENT SESSION ... STATE = START.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23444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12344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73552"/>
            <a:ext cx="79552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EVENT SESSION [long_running_queries] ON SERVER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EVENT sqlserver.sql_batch_completed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(sqlserver.client_app_name, sqlserver.sql_text)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 duration &gt; 5000000)  /* 5 seconds in microseconds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TARGET package0.event_file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filename = 'https://&lt;acct&gt;.blob.core.windows.net/&lt;c&gt;/long.xel',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max_file_size = 100, max_rollover_files = 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(MAX_MEMORY = 4 MB, MAX_DISPATCH_LATENCY = 30 SECONDS,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STARTUP_STATE = ON);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Create an event session with an event_file target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XEvent — ring_buffer for ad-hoc triage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ring_buffer for short-lived, low-overhead inspection. Data is lost on failover.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target memory ≤ 1 MB and the event count modest (~1,000).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ring_buffer target memory is capped at 32 MB on Azure SQL.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target data in SSMS — right-click the ring_buffer target → View Target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13258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82112"/>
            <a:ext cx="7955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EVENT SESSION [recent_batches] ON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EVENT  sqlserver.sql_batch_starting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TARGET package0.ring_buffer (SET max_memory = 1024)   /* 1 MB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(MAX_MEMORY = 2 MB,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EVENT_RETENTION_MODE = ALLOW_SINGLE_EVENT_LOSS);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EVENT SESSION [recent_batches] ON SERVER STATE = START;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Create an event session with a ring_buffer target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Governor — pools &amp; workload groups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are made in master on the primary replica.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resource pool per SLA tier with MIN / MAX / CAP CPU%.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workload group per service inside the appropriate pool.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IMPORTANCE, REQUEST_MAX_MEMORY_GRANT_PERCENT, and MAX_DOP per group.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13258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82112"/>
            <a:ext cx="7955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master;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RESOURCE POOL pool_oltp_critical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(MIN_CPU_PERCENT = 30, MAX_CPU_PERCENT = 80, CAP_CPU_PERCENT = 90,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MIN_MEMORY_PERCENT = 20, MAX_MEMORY_PERCENT = 60);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WORKLOAD GROUP wg_app_payments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(IMPORTANCE = HIGH,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REQUEST_MAX_MEMORY_GRANT_PERCENT = 25, MAX_DOP =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pool_oltp_critical;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Resource Governor Workload Group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Governor — classifier &amp; enable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classifier short and deterministic — long classifiers can time out logins.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keep a sysadmin login routed to the default group as an escape hatch.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ALTER RESOURCE GOVERNOR ... RECONFIGURE. Cannot be inside a user transaction.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on the HA secondary, run RECONFIGURE while connected to master on the secondary.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90672"/>
            <a:ext cx="7955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ALTER FUNCTION dbo.fn_RGClassifier()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sysname WITH SCHEMABINDING AS 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@wg sysname = N'default';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SUSER_SNAME() = N'svc_payments' SET @wg = N'wg_app_payments';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APP_NAME() LIKE N'PowerBI%'  SET @wg = N'wg_reporting';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@wg;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RESOURCE GOVERNOR WITH (CLASSIFIER_FUNCTION = dbo.fn_RGClassifier);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RESOURCE GOVERNOR RECONFIGURE;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Resource Governor Classifier Function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Governor — validate &amp; roll back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classification: each session should land in the expected workload group.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runtime DMVs for active requests, CPU usage, and memory grants per group.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ALTER RESOURCE GOVERNOR DISABLE; RECONFIGURE; — all sessions revert to default group.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C9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1783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24912"/>
            <a:ext cx="7955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Which workload group is the current session in?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s.session_id, s.login_name, s.program_name,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g.name AS workload_group, r.name AS resource_pool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sys.dm_exec_sessions 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sys.resource_governor_workload_groups g ON g.group_id = s.group_id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sys.resource_governor_resource_pools  r ON r.pool_id  = g.pool_id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s.session_id = @@SPID;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Live stats per workload group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total_request_count, active_request_count, total_cpu_usage_ms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sys.dm_resource_governor_workload_groups;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sys.dm_resource_governor_workload_groups · Microsoft Learn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  ·  AZURE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 ·  INTERNAL USE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  ·  Document ref: SQLMI-OVL-001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links — Microsoft Learn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best practices for Azure SQL Managed Instance (Well-Architected) — learn.microsoft.com/azure/well-architected/service-guides/azure-sql-managed-instance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 purchasing model — learn.microsoft.com/azure/azure-sql/managed-instance/service-tiers-managed-instance-vcore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— learn.microsoft.com/azure/azure-sql/managed-instance/resource-limits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operations overview — learn.microsoft.com/azure/azure-sql/managed-instance/management-operations-overview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Hybrid Benefit — learn.microsoft.com/azure/azure-sql/azure-hybrid-benefit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discount for SQL Managed Instance — learn.microsoft.com/azure/cost-management-billing/reservations/understand-reservation-charges-sql-managed-instance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Azure SQL Managed Instance with Azure Monitor — learn.microsoft.com/azure/azure-sql/managed-instance/monitoring-sql-managed-instance-azure-monitor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alerts and notifications — learn.microsoft.com/azure/azure-sql/managed-instance/alerts-create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managing the Query Store — learn.microsoft.com/sql/relational-databases/performance/manage-the-query-store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Events in Azure SQL — learn.microsoft.com/azure/azure-sql/database/xevent-db-diff-from-svr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Governor — learn.microsoft.com/sql/relational-databases/resource-governor/resource-governor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Governor Classifier Function — learn.microsoft.com/sql/relational-databases/resource-governor/resource-governor-classifier-function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SQL Managed Instance — Overload Remediation</dc:title>
  <dc:subject>PptxGenJS Presentation</dc:subject>
  <dc:creator>Database Architecture &amp; Azure Engineering</dc:creator>
  <cp:lastModifiedBy>Database Architecture &amp; Azure Engineering</cp:lastModifiedBy>
  <cp:revision>1</cp:revision>
  <dcterms:created xsi:type="dcterms:W3CDTF">2026-05-27T05:25:18Z</dcterms:created>
  <dcterms:modified xsi:type="dcterms:W3CDTF">2026-05-27T05:25:18Z</dcterms:modified>
</cp:coreProperties>
</file>